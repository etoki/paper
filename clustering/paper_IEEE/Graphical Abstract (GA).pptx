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5f466d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5f466d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265f466d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265f466d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265f466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265f466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265f466d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265f466d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265f466d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265f466d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ieeexplore.ieee.org/document/9186656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haractercalculator.com/ja/word-counter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ja"/>
              <a:t>Graphical Abstract (GA)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ja" sz="1200">
                <a:solidFill>
                  <a:schemeClr val="dk1"/>
                </a:solidFill>
                <a:highlight>
                  <a:srgbClr val="E6F0F5"/>
                </a:highlight>
              </a:rPr>
              <a:t>A Graphical Abstract (GA) which provides a concise, visual summary of the findings of your article. The GA should be a figure or image from the accepted article. The ideal size for a GA is 660 x 295 (JPG format, &lt; 45 KB). If you submitted a video with your article, the video will automatically become the GA and you will need to supply a still image to act as an overlay. The maximum file size for GA images is 45K. For an example of a GA, </a:t>
            </a:r>
            <a:r>
              <a:rPr lang="ja" sz="1200">
                <a:solidFill>
                  <a:srgbClr val="00629B"/>
                </a:solidFill>
                <a:highlight>
                  <a:srgbClr val="E6F0F5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please click here.</a:t>
            </a:r>
            <a:endParaRPr sz="1200">
              <a:solidFill>
                <a:srgbClr val="00629B"/>
              </a:solidFill>
              <a:highlight>
                <a:srgbClr val="E6F0F5"/>
              </a:highlight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i="1" lang="ja" sz="1200">
                <a:solidFill>
                  <a:schemeClr val="dk1"/>
                </a:solidFill>
                <a:highlight>
                  <a:srgbClr val="E6F0F5"/>
                </a:highlight>
              </a:rPr>
              <a:t>Note: If your article did not have any images when it was peer reviewed, then you may include a figure that summarizes the main contributions of your article.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キャプション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ja"/>
              <a:t>Mean profiles of the six HEXACO personality dimensions across seven personality clusters identified in a large Japanese sample (N = 13,668). Each cluster represents a distinct configuration of traits, illustrating culturally grounded personality prototypes derived through multi-method clustering analysis.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ja"/>
              <a:t>38単語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ja"/>
              <a:t>カウンター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ja" u="sng">
                <a:solidFill>
                  <a:schemeClr val="hlink"/>
                </a:solidFill>
                <a:hlinkClick r:id="rId3"/>
              </a:rPr>
              <a:t>https://charactercalculator.com/ja/word-counter/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563" y="421388"/>
            <a:ext cx="5160876" cy="43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350" y="831100"/>
            <a:ext cx="6240000" cy="4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648850" y="384500"/>
            <a:ext cx="692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サンプル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28650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